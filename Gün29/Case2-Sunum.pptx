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" y="-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Günaydın. Bugün sizlere Case 2'yi, yani FIN-WS03'te başlayıp app-db01'e yayılan ve veri sızdırmayla sonuçlanan olayı sunacağım. Bu vaka Case 1'den farklıydı: bana numaralı soru verilmedi, altı farklı log kaynağını kendim korele ederek ilerledim. On beş dakikada ne olduğunu, nasıl ilerlediğini, en kritik anları ve ne yapmamız gerektiğini anlatacağım.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Olay, muhasebe iş istasyonu FIN-WS03'ten dışarıya olağandışı, düzenli aralıklı bir trafik fark edilmesiyle başladı. Altmış saniyede özetlemem gerekirse: bu, tek bir kimlik avı e-postasının iki sistemi ele geçiren ve yaklaşık dört yüz seksen megabayt verinin muhtemelen dışarı sızdırılmasıyla sonuçlanan bir olaya dönüşmesinin hikâyesi.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Giriş noktası bir kimlik avı e-postasıydı. Saat dokuz on iki'de, saldırgan kendi altyapısından doğrudan mail sunucumuza bağlanıp sahte bir fatura eki gönderdi — SPF ve DKIM doğrulamasını geçemeyen bu e-posta yine de teslim edildi. En çarpıcı nokta şu: bu e-postayı gönderen IP adresi, birazdan göreceğimiz komuta-kontrol sunucusuyla birebir aynı çıktı.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Buradan sonrasını hızlı geçeyim, çünkü asıl zaman ayıracağım yerler ileride. Kullanıcı ekli dosyayı açtı, bir makro mshta'yı tetikledi, o da gizli bir PowerShell komutu çalıştırdı, PowerShell de komuta-kontrol sunucusuyla düzenli bir bağlantı kurup ek bir dosya indirdi. Bu üç saatlik zaman çizelgesinde göreceğiniz gibi, olay hızla ilerledi.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Burası sunumun dönüm noktası. Saldırgan içeri girdikten yaklaşık yirmi dört dakika sonra, saat on beş sıfır beş'te, bilgisayarın belleğinden kimlik bilgisi çalmaya çalışan bir komut çalıştırdı — bu, Mimikatz'ın imza niteliğindeki komutu. Buradan itibaren artık tek bir makineyle sınırlı bir olaydan bahsetmiyoruz; çalınan bir kimlik bilgisiyle kuruma yayılma potansiyeli doğuyor.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 işte en kritik an. Yirmi altı dakika sonra, bir servis hesabı olan svc-backup, bizim veritabanı sunucumuza giriş yaptı. Ama burada dikkat çekici bir şey var: bu hesap normalde SSH anahtarıyla, belirli bir yedekleme sunucusundan giriş yapar. Burada ise şifreyle, doğrudan ele geçirilmiş FIN-WS03'ün kendisinden giriş yapılmış. Bu, "başarılı bir giriş her zaman masum değildir" dersinin en somut kanıtı — ve çalınan kimlik bilgisiyle yanal hareket edildiğinin çok güçlü göstergesi. Girer girmez de müşteri veritabanının tamamı paketlendi.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Zincirin sonu: bir saat sonra, FIN-WS03'ten dışarıya, tek seferde dört yüz seksen megabayt veri gönderildi — hedef, bilinen bir Tor çıkış düğümü. Bunun az önce paketlenen veritabanı olduğu zamanlama olarak çok tutarlı, ama dürüst olmam gerekirse doğrudan kanıtlayamıyoruz; bu bir çıkarım.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Peki bunun etkisi ne? Dört başlıkta özetleyeyim: iki sistem ele geçirildi, iki hesap artık güvenilmez, veri kaybı riski somut, ve en kritik soru — saldırgan hâlâ içeride mi? Bunu dürüstçe "bilinmiyor" diyorum, çünkü kalıcılık mekanizmasının temizlenip temizlenmediğini doğrulamadık.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bir dürüstlük notu eklemek istiyorum. Elimizdeki altı kaynak yalnızca iki sistemi kapsıyor. Saldırganın bunun ötesine geçip geçmediğini gösterecek hiçbir kaynağımız yok. "Kanıt yok" ile "saldırı yok" aynı şey değil — bunu özellikle vurgulamak istiyorum.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olarak önerilerim. Kök nedene gidenler öncelikli: e-posta filtrelememizde bir boşluk var, uç noktalarımızda davranış tabanlı tespit yok, servis hesaplarımızın kimlik doğrulama politikası gevşek, iç ağımızda segmentasyon eksik. Bunların yanında acil, semptom bazlı aksiyonlar da var — belirli hesapları sıfırlamak, belirli IP'leri engellemek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Özetle: tek bir e-posta, birkaç farklı boşluktan geçerek tam kapsamlı bir ihlale dönüştü. Öncelikli aksiyonumuz kimlik bilgilerini sıfırlamak, kalıcılık mekanizmasını kaldırmak ve veritabanı sunucusunu kapsamlı incelemek — çünkü şu an saldırganın hâlâ içeride olup olmadığını kesin olarak söyleyemiyoruz. Teşekkür ederim, sorularınızı bekliyorum.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54864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54864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35640" y="54864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4864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9960" y="54864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0" y="68580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61320" y="68580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68580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35640" y="68580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68580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09960" y="68580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82296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61320" y="82296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0" y="82296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35640" y="82296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82296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09960" y="82296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0" y="96012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61320" y="96012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96012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35640" y="96012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96012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0" y="96012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0" y="109728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109728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0" y="109728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35640" y="109728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0" y="109728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109960" y="1097280"/>
            <a:ext cx="41148" cy="41148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INC-2026-0914-07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Avından Veri Sızdırmaya</a:t>
            </a:r>
            <a:endParaRPr lang="en-US" sz="4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FIN-WS03 ve app-db01 </a:t>
            </a:r>
            <a:r>
              <a:rPr lang="tr-TR" sz="1800" dirty="0" smtClean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800" dirty="0" smtClean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Kaynaklı Bir Olayın Anatomisi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8368" y="3749040"/>
            <a:ext cx="0" cy="1280160"/>
          </a:xfrm>
          <a:prstGeom prst="line">
            <a:avLst/>
          </a:prstGeom>
          <a:noFill/>
          <a:ln w="19050">
            <a:solidFill>
              <a:srgbClr val="323C4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 Sunumu
</a:t>
            </a: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log kaynağı, rehbersiz inceleme, uçtan uca kanıtlanmış saldırı zinciri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OLAYIN ÇERÇEVESI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e-posta, iki sistem, olası veri kaybı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Muhasebe iş istasyonu FIN-WS03'ten dışarıya olağandışı, düzenli aralıklı trafik fark edilmesiyle başlayan inceleme, kimlik avıyla başlayıp Tor üzerinden veri sızdırmayla biten tam kapsamlı bir ihlale dönüştü.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73736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KRİTİK ÖNEM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331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kaynağı korele edildi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3611880"/>
            <a:ext cx="3566160" cy="0"/>
          </a:xfrm>
          <a:prstGeom prst="line">
            <a:avLst/>
          </a:prstGeom>
          <a:noFill/>
          <a:ln w="12700">
            <a:solidFill>
              <a:srgbClr val="2B35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sistem etkilendi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160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FIN-WS03 (birincil) ve app-db01 (yanal hareket hedefi)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4800600"/>
            <a:ext cx="3566160" cy="0"/>
          </a:xfrm>
          <a:prstGeom prst="line">
            <a:avLst/>
          </a:prstGeom>
          <a:noFill/>
          <a:ln w="12700">
            <a:solidFill>
              <a:srgbClr val="2B35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4983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~480 MB veri Tor üzerinden sızdırıldı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NOKTASI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Sahte bir fatura eki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B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09:12:04 — </a:t>
            </a: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 altyapısından (45.137.21.88) mail sunucusuna doğrudan bağlantı.
</a:t>
            </a:r>
            <a:r>
              <a:rPr lang="en-US" sz="1500" b="1" dirty="0">
                <a:solidFill>
                  <a:srgbClr val="B3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09:12:05 — </a:t>
            </a: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“Fatura_2026_4471.docm” ekiyle e-posta teslim edildi — SPF fail, DKIM none.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4846320" cy="1737360"/>
          </a:xfrm>
          <a:prstGeom prst="roundRect">
            <a:avLst>
              <a:gd name="adj" fmla="val 368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114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çarpıcı korelasyon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4805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e-postayı gönderen IP, birazdan göreceğimiz C2 beacon IP'siyle birebir aynı — saldırgan kendi altyapısından e-posta göndermiş.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87568" y="1755648"/>
            <a:ext cx="5815584" cy="2165998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D9DF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case2_screens/mail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28800"/>
            <a:ext cx="5669280" cy="201969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395822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log: saldırgan bağlantısı ve kimlik avı e-postası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 NASIL İLERLEDI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08:30'dan 11:25'e — 3 saatte uçtan uca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698480" cy="0"/>
          </a:xfrm>
          <a:prstGeom prst="line">
            <a:avLst/>
          </a:prstGeom>
          <a:noFill/>
          <a:ln w="254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493008"/>
            <a:ext cx="146304" cy="146304"/>
          </a:xfrm>
          <a:prstGeom prst="ellipse">
            <a:avLst/>
          </a:prstGeom>
          <a:solidFill>
            <a:srgbClr val="2634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91840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-91440" y="34655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avı e-postası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2037" y="3493008"/>
            <a:ext cx="146304" cy="146304"/>
          </a:xfrm>
          <a:prstGeom prst="ellipse">
            <a:avLst/>
          </a:prstGeom>
          <a:solidFill>
            <a:srgbClr val="2634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5189" y="3639312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39389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10789" y="40965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mshta → PowerShell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54265" y="3493008"/>
            <a:ext cx="146304" cy="146304"/>
          </a:xfrm>
          <a:prstGeom prst="ellipse">
            <a:avLst/>
          </a:prstGeom>
          <a:solidFill>
            <a:srgbClr val="2634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7417" y="3291840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41617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13017" y="34655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 başlıyor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6494" y="3493008"/>
            <a:ext cx="146304" cy="146304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9646" y="3639312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3846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15246" y="40965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bilgisi çalma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8722" y="3493008"/>
            <a:ext cx="146304" cy="146304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1874" y="3291840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46074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17474" y="34655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Yanal hareket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60951" y="3493008"/>
            <a:ext cx="146304" cy="146304"/>
          </a:xfrm>
          <a:prstGeom prst="ellipse">
            <a:avLst/>
          </a:prstGeom>
          <a:solidFill>
            <a:srgbClr val="2634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4103" y="3639312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48303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19703" y="40965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paketleniyor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63179" y="3493008"/>
            <a:ext cx="146304" cy="146304"/>
          </a:xfrm>
          <a:prstGeom prst="ellipse">
            <a:avLst/>
          </a:prstGeom>
          <a:solidFill>
            <a:srgbClr val="2634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36331" y="3291840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50531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10:38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921931" y="34655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Kalıcılık kuruluyor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265408" y="3493008"/>
            <a:ext cx="146304" cy="146304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38560" y="3639312"/>
            <a:ext cx="0" cy="27432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5276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3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11:20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424160" y="40965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480MB Tor'a sızdırma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Kırmızı noktalar: sunumun bundan sonraki 3 slaytında derinlemesine göreceğimiz üç kritik an.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DÖNÜM NOKTASI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Bellekten kimlik bilgisi çalma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10:05:47 — </a:t>
            </a: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“m.exe sekurlsa::logonpasswords” çalıştırıldı.
</a:t>
            </a: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10:05:48 — </a:t>
            </a: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m.exe, lsass.exe'ye eriştiği doğrulandı.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komut, Mimikatz'ın imza niteliğindeki komutu. Buradan itibaren saldırı artık tek makineyle sınırlı değil — çalınan bir kimlik bilgisiyle kuruma yayılma potansiyeli doğuyor.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87568" y="1664208"/>
            <a:ext cx="5815584" cy="2542449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F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case2_screens/sysmon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5669280" cy="23961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0" y="4243233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Sysmon: WINWORD → mshta → PowerShell → m.exe zinciri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KRITIK 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“Başarılı giriş” her zaman masum değil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1B2433"/>
          </a:solidFill>
          <a:ln w="12700">
            <a:solidFill>
              <a:srgbClr val="2B35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publickey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192.168.30.10'dan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49040" y="173736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D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10:31:44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192.168.20.45'ten (FIN-WS03!)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svc-backup hesabı, normalde SSH anahtarıyla yedekleme sunucusundan giriş yapar. Burada şifreyle, doğrudan ele geçirilmiş FIN-WS03'ten giriş yapılmış — çalınan kimlik bilgisiyle yanal hareketin en güçlü kanıtı. Hemen ardından müşteri veritabanı paketlendi.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19088" y="2395728"/>
            <a:ext cx="5084064" cy="1889248"/>
          </a:xfrm>
          <a:prstGeom prst="roundRect">
            <a:avLst>
              <a:gd name="adj" fmla="val 2420"/>
            </a:avLst>
          </a:prstGeom>
          <a:solidFill>
            <a:srgbClr val="FFFFFF"/>
          </a:solidFill>
          <a:ln w="12700">
            <a:solidFill>
              <a:srgbClr val="D9DF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claude/case2_screens/auth_late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68880"/>
            <a:ext cx="4937760" cy="17429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92240" y="4321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app-db01 auth.log: svc-backup'ın anomali girişi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ZINCIRIN SONU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 MB, Tor üzerinden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11:20:37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 MB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FIN-WS03 → 185.220.101.44 (bilinen Tor çıkış düğümü)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veritabanı dump'ının (db_dump.tgz) bu aktarımla ilişkili olduğu zamanlama örtüşmesiyle destekleniyor, ancak doğrudan kanıtlanmamış — bu bir çıkarım. Tor kullanımı, saldırganın kimliğini gizleme çabasının doğrudan kanıtı.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664208"/>
            <a:ext cx="7141464" cy="3941833"/>
          </a:xfrm>
          <a:prstGeom prst="roundRect">
            <a:avLst>
              <a:gd name="adj" fmla="val 1160"/>
            </a:avLst>
          </a:prstGeom>
          <a:solidFill>
            <a:srgbClr val="FFFFFF"/>
          </a:solidFill>
          <a:ln w="12700">
            <a:solidFill>
              <a:srgbClr val="D9DF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0" descr="/home/claude/case2_screens/firewall_ex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37360"/>
            <a:ext cx="6995160" cy="379552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434840" y="5642617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beacon trafiği ve 480MB'lık tek seferlik aktarım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anlama geliyor?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80136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sistem ele geçirildi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0848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FIN-WS03 tam kapsamlı; app-db01 en az müşteri verisi seviyesinde.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457200" cy="457200"/>
          </a:xfrm>
          <a:prstGeom prst="ellipse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93992" y="180136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hesap güvenilmez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208483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b.kaya ve svc-backup — ikisi de derhal sıfırlanmalı.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53872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kaybı riski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2219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veritabanı paketlendi; sızdırıldığı zamanlama ile tutarlı ama kanıtlanmamış.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566160"/>
            <a:ext cx="457200" cy="457200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353872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 hâlâ içeride mi?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3822192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Bilinmiyor — zamanlanmış görevin temizlenip temizlenmediği doğrulanmadı. En kritik açık soru.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DÜRÜSTLÜK NOTU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“Kanıt yok” ile “saldırı yok” aynı şey değil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Elimizdeki 6 kaynak yalnızca FIN-WS03 ve app-db01'i kapsıyor. Saldırganın bu iki sistemin ötesine geçip geçmediğini gösterecek hiçbir kaynağımız yok.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990088"/>
            <a:ext cx="9710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480MB'ın gerçekten müşteri veritabanı </a:t>
            </a:r>
            <a:r>
              <a:rPr lang="en-US" sz="13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olduğu</a:t>
            </a: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5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zamanlama</a:t>
            </a:r>
            <a:r>
              <a:rPr lang="en-US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içerik kanıtı yok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70432" y="3273552"/>
            <a:ext cx="9710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950208"/>
            <a:ext cx="9710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app-db01'de ek kalıcılık kurulup </a:t>
            </a:r>
            <a:r>
              <a:rPr lang="en-US" sz="13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kurulmadığı</a:t>
            </a: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5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</a:t>
            </a:r>
            <a:r>
              <a:rPr lang="en-US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SSH oturumu görülebiliyor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170432" y="4233672"/>
            <a:ext cx="9710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B32833"/>
          </a:solidFill>
          <a:ln w="12700">
            <a:solidFill>
              <a:srgbClr val="B328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910328"/>
            <a:ext cx="9710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Saldırganın bu iki sistemin ötesine geçip </a:t>
            </a:r>
            <a:r>
              <a:rPr lang="en-US" sz="13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geçmediği</a:t>
            </a: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35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</a:t>
            </a:r>
            <a:r>
              <a:rPr lang="en-US" sz="135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host'un logu yok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170432" y="5193792"/>
            <a:ext cx="9710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Kök nedene öncelik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NEDENE YÖNELİK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filtreleme/sandbox eksikliği — SPF/DKIM fail e-posta ekiyle teslim edildi.
EDR eksikliği — mshta, gizli PowerShell, LSASS erişimi hiçbiri otomatik durdurulmadı.
Servis hesabı politikası — svc-backup hem anahtar hem şifreyle girebiliyordu.
İç ağ segmentasyonu eksikliği — FIN-WS03'ten app-db01'e doğrudan, izlenmeden erişim.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6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ACİL / SEMPTOM BAZLI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b.kaya ve svc-backup kimlik bilgilerini derhal sıfırla.
SystemTelemetrySync zamanlanmış görevini kaldır, FIN-WS03'ü yeniden görüntüle.
45.137.21.88, 185.220.101.44 ve static-cdn-analytics.com'u engelle.
app-db01'deki db_dump.tgz dosyasını incele ve sil.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521208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304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534924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548640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156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588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304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00200" y="5623560"/>
            <a:ext cx="41148" cy="41148"/>
          </a:xfrm>
          <a:prstGeom prst="ellipse">
            <a:avLst/>
          </a:prstGeom>
          <a:solidFill>
            <a:srgbClr val="202A3A"/>
          </a:solidFill>
          <a:ln w="12700">
            <a:solidFill>
              <a:srgbClr val="202A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21488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bir e-posta, filtrelemedeki, tespitteki ve segmentasyondaki boşluklardan geçerek tam kapsamlı bir ihlale dönüştü.</a:t>
            </a:r>
            <a:endParaRPr lang="en-US" sz="27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7490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Öncelikli aksiyon: b.kaya ve svc-backup kimlik bilgilerinin sıfırlanması, FIN-WS03'teki kalıcılık mekanizmasının kaldırılması ve app-db01'in kapsamlı incelenmesi — çünkü saldırganın hâlâ içeride olup olmadığını kesin olarak söyleyemiyoruz.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58368" y="5120640"/>
            <a:ext cx="0" cy="822960"/>
          </a:xfrm>
          <a:prstGeom prst="line">
            <a:avLst/>
          </a:prstGeom>
          <a:noFill/>
          <a:ln w="19050">
            <a:solidFill>
              <a:srgbClr val="323C4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5212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— Sorularınız?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1213</Words>
  <Application>Microsoft Office PowerPoint</Application>
  <PresentationFormat>Özel</PresentationFormat>
  <Paragraphs>126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Office Theme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Erdem</cp:lastModifiedBy>
  <cp:revision>3</cp:revision>
  <dcterms:created xsi:type="dcterms:W3CDTF">2026-09-18T11:46:26Z</dcterms:created>
  <dcterms:modified xsi:type="dcterms:W3CDTF">2026-09-18T12:05:19Z</dcterms:modified>
</cp:coreProperties>
</file>